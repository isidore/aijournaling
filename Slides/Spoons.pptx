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75"/>
    <p:restoredTop sz="94710"/>
  </p:normalViewPr>
  <p:slideViewPr>
    <p:cSldViewPr snapToGrid="0">
      <p:cViewPr varScale="1">
        <p:scale>
          <a:sx n="62" d="100"/>
          <a:sy n="62" d="100"/>
        </p:scale>
        <p:origin x="208" y="2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561E-0042-F424-1133-2094E6081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52A0F-614C-7A00-03ED-2BCCE2A4A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6E8DE-EB35-209E-377E-BF950DB6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83244-0317-4CCA-96DB-9FB9B5DF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8462E-9C21-DE80-2BAE-9C32914F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8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D009-EEED-5350-8721-A31C8A4A3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12EEE-6C61-3867-7DCF-C24AE0C9A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8105A-3012-FB86-8C71-75C9731A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451A7-7686-5E40-611E-C114624F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E63A9-1763-13DC-0921-5AE6028CA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0C7B-F42D-0322-ED10-F035750A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0B0AB-0E67-815E-7FAB-00639F9A6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A1639-3493-FD4A-C8FC-7A03147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6B6EC-41BC-6F14-0239-D921B89B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1B60D-97CE-1E19-C328-DEFEE77E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6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6E3B-AEAB-3510-7590-D06C5F58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6EBA5-0D34-F858-1102-2F27B7C76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FADAF-74F3-E422-D6A8-88BF47FAB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96CAA-6CC3-4BD4-4EBC-11FFAD74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6B63E-F96D-BA1D-895B-43CA64A05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ADCE6-132B-5B8B-9D41-929214BC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9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6584-F171-94E4-F808-A0D3BFB5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81D3C-9101-D9D3-18D9-0B591364B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EC72A-AC4F-0077-ED5A-C8954F518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77497-D586-A0A9-54E9-9E0CA9610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DB22A-497D-AA48-A6A6-6C7D871F5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BD325-7F45-5FC9-CBBF-44BF47B1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35782C-D396-1993-2A66-640D16AC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BB2CB-496B-0B4B-983A-B13E06D7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0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98F4F-04E6-1847-EF75-20F85857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5AAFD-AF98-5661-676E-7DF70BEA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D278C-4506-36E9-80B5-531D4EA4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B5882-0305-96A0-9BC6-969B066F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8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05804-4361-8095-D752-C3BA2F9F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082C8-5A74-5F38-CE11-DDF9E521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19C4C-C0EB-FBB8-64C4-1A68AB7A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79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2656-881F-5CC0-7AE7-090E2510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7120-4DB8-2494-A84C-47811FC72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C0D4B8-F561-C13D-7D98-52A764375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FFDE5-A40B-E1CF-80BE-66BCA52B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3C48B-3AF2-98C3-D944-68220630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DBEE4-EDF0-54AB-356A-94EBF6CE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0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76D8-105C-370E-6139-3D1EE85C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CFB157-FD6F-7ED0-3352-86660EE16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537F4-D5FB-B5C7-1CAA-CD0D0952B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7C2B6-DB75-0477-16CE-61A16878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C368-D6A1-75B6-8A95-D475A14D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4F5E2-6A4E-81D1-2C06-BCCBD9A3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6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A580-DA7C-CD42-2086-A4A57609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4E87A-63B2-20E5-6F4D-A34093F22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1301A-6F29-B662-2836-4828EF58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CA2A8-EBC5-22B3-8600-CAE2025E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93D10-C35B-E474-4BCF-EE77FB47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8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276D73-B498-67BF-067B-98965B6BC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DE129-E4A8-3EE8-F494-895AF4C97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9EE7F-BA58-C07F-DB8D-F0CDFAA03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046BE-9FD2-077A-E53E-9F3C3A3F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97D11-1FDE-4112-063F-5E53BFCE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58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3F603-087E-118F-8871-7AC76B83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70574-B295-A329-E00F-84AA8685D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5096E-7E23-7C3B-1410-D461FCE7E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E37E6-DD3D-B841-9EE8-72DE1D383EEA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99D4-277C-E940-7DAE-C661C0625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E193D-7C9E-D954-0453-223139964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775DC-4552-D548-BA49-95EED9913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7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C14E87-E154-3C86-B2FE-F6323A1ED5BD}"/>
              </a:ext>
            </a:extLst>
          </p:cNvPr>
          <p:cNvSpPr/>
          <p:nvPr/>
        </p:nvSpPr>
        <p:spPr>
          <a:xfrm>
            <a:off x="3455719" y="760021"/>
            <a:ext cx="783772" cy="57120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67C69B-70FA-7D46-7F73-5C09D3F0134D}"/>
              </a:ext>
            </a:extLst>
          </p:cNvPr>
          <p:cNvSpPr/>
          <p:nvPr/>
        </p:nvSpPr>
        <p:spPr>
          <a:xfrm>
            <a:off x="3455719" y="1545771"/>
            <a:ext cx="783772" cy="49262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D1D416-4206-1FB0-804B-D3693A1C740E}"/>
              </a:ext>
            </a:extLst>
          </p:cNvPr>
          <p:cNvCxnSpPr/>
          <p:nvPr/>
        </p:nvCxnSpPr>
        <p:spPr>
          <a:xfrm flipH="1">
            <a:off x="4239491" y="4548249"/>
            <a:ext cx="2185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890521B-CFBD-4F52-F574-DE5DD81C0FA2}"/>
              </a:ext>
            </a:extLst>
          </p:cNvPr>
          <p:cNvSpPr/>
          <p:nvPr/>
        </p:nvSpPr>
        <p:spPr>
          <a:xfrm>
            <a:off x="3455719" y="4548249"/>
            <a:ext cx="783772" cy="1353785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99000">
                <a:srgbClr val="FFFF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C257A6-E33E-DAFB-35DA-F3DE31E2D4EB}"/>
              </a:ext>
            </a:extLst>
          </p:cNvPr>
          <p:cNvSpPr/>
          <p:nvPr/>
        </p:nvSpPr>
        <p:spPr>
          <a:xfrm>
            <a:off x="3455719" y="5866410"/>
            <a:ext cx="783772" cy="60564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2CEABC-2B3B-AE30-E431-B47F94A546C9}"/>
              </a:ext>
            </a:extLst>
          </p:cNvPr>
          <p:cNvCxnSpPr/>
          <p:nvPr/>
        </p:nvCxnSpPr>
        <p:spPr>
          <a:xfrm flipH="1">
            <a:off x="4239491" y="5902035"/>
            <a:ext cx="2185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7B9DFE-A627-C098-4680-0D29EA09444E}"/>
              </a:ext>
            </a:extLst>
          </p:cNvPr>
          <p:cNvSpPr txBox="1"/>
          <p:nvPr/>
        </p:nvSpPr>
        <p:spPr>
          <a:xfrm>
            <a:off x="6586172" y="5681744"/>
            <a:ext cx="1430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Have to stop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8FAEA-5EB5-D15D-0184-3B9167D4F615}"/>
              </a:ext>
            </a:extLst>
          </p:cNvPr>
          <p:cNvSpPr txBox="1"/>
          <p:nvPr/>
        </p:nvSpPr>
        <p:spPr>
          <a:xfrm>
            <a:off x="6624452" y="4363583"/>
            <a:ext cx="1392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Should Stop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90EDDEC5-52FA-AB54-9E9A-DCFBD892EA8E}"/>
              </a:ext>
            </a:extLst>
          </p:cNvPr>
          <p:cNvSpPr/>
          <p:nvPr/>
        </p:nvSpPr>
        <p:spPr>
          <a:xfrm>
            <a:off x="4370118" y="1545771"/>
            <a:ext cx="522515" cy="300247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505D92-D250-9426-5E4B-DB6079E8CFDC}"/>
              </a:ext>
            </a:extLst>
          </p:cNvPr>
          <p:cNvSpPr txBox="1"/>
          <p:nvPr/>
        </p:nvSpPr>
        <p:spPr>
          <a:xfrm>
            <a:off x="5023260" y="2862344"/>
            <a:ext cx="1159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Generous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55854767-AA75-0840-C5F0-5453B2F4B6EB}"/>
              </a:ext>
            </a:extLst>
          </p:cNvPr>
          <p:cNvSpPr/>
          <p:nvPr/>
        </p:nvSpPr>
        <p:spPr>
          <a:xfrm>
            <a:off x="4264464" y="4548249"/>
            <a:ext cx="522515" cy="61884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92EF9-2DBD-B98B-B01E-39A2758C478A}"/>
              </a:ext>
            </a:extLst>
          </p:cNvPr>
          <p:cNvSpPr txBox="1"/>
          <p:nvPr/>
        </p:nvSpPr>
        <p:spPr>
          <a:xfrm>
            <a:off x="4786979" y="4673004"/>
            <a:ext cx="162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 too much</a:t>
            </a:r>
          </a:p>
        </p:txBody>
      </p:sp>
    </p:spTree>
    <p:extLst>
      <p:ext uri="{BB962C8B-B14F-4D97-AF65-F5344CB8AC3E}">
        <p14:creationId xmlns:p14="http://schemas.microsoft.com/office/powerpoint/2010/main" val="275027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D928B7-70BA-987A-FA1A-3D52F12744FF}"/>
              </a:ext>
            </a:extLst>
          </p:cNvPr>
          <p:cNvSpPr/>
          <p:nvPr/>
        </p:nvSpPr>
        <p:spPr>
          <a:xfrm>
            <a:off x="4667250" y="1238250"/>
            <a:ext cx="762000" cy="762000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F5AAC2-59FF-697D-978C-ECBD424BD4D0}"/>
              </a:ext>
            </a:extLst>
          </p:cNvPr>
          <p:cNvSpPr/>
          <p:nvPr/>
        </p:nvSpPr>
        <p:spPr>
          <a:xfrm>
            <a:off x="4667250" y="2000250"/>
            <a:ext cx="762000" cy="1905000"/>
          </a:xfrm>
          <a:prstGeom prst="rect">
            <a:avLst/>
          </a:prstGeom>
          <a:solidFill>
            <a:srgbClr val="32CD32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B9D755-00F5-5F5D-C506-5C0D5D74DBD7}"/>
              </a:ext>
            </a:extLst>
          </p:cNvPr>
          <p:cNvSpPr/>
          <p:nvPr/>
        </p:nvSpPr>
        <p:spPr>
          <a:xfrm>
            <a:off x="4667250" y="3905250"/>
            <a:ext cx="762000" cy="762000"/>
          </a:xfrm>
          <a:prstGeom prst="rect">
            <a:avLst/>
          </a:prstGeom>
          <a:gradFill>
            <a:gsLst>
              <a:gs pos="0">
                <a:srgbClr val="FFFF00"/>
              </a:gs>
              <a:gs pos="50000">
                <a:srgbClr val="FFD200"/>
              </a:gs>
              <a:gs pos="100000">
                <a:srgbClr val="FFA500"/>
              </a:gs>
            </a:gsLst>
            <a:lin ang="5400000" scaled="1"/>
          </a:gradFill>
          <a:ln w="190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A80C73-3DCF-E351-60E3-8134B72C51C4}"/>
              </a:ext>
            </a:extLst>
          </p:cNvPr>
          <p:cNvSpPr/>
          <p:nvPr/>
        </p:nvSpPr>
        <p:spPr>
          <a:xfrm>
            <a:off x="4667250" y="4667250"/>
            <a:ext cx="762000" cy="952500"/>
          </a:xfrm>
          <a:prstGeom prst="rect">
            <a:avLst/>
          </a:prstGeom>
          <a:gradFill>
            <a:gsLst>
              <a:gs pos="0">
                <a:srgbClr val="FF4500"/>
              </a:gs>
              <a:gs pos="50000">
                <a:srgbClr val="C52200"/>
              </a:gs>
              <a:gs pos="100000">
                <a:srgbClr val="8B0000"/>
              </a:gs>
            </a:gsLst>
            <a:lin ang="5400000" scaled="1"/>
          </a:gradFill>
          <a:ln w="190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EF07508C-AC5A-9892-482C-D2F67800F0AC}"/>
              </a:ext>
            </a:extLst>
          </p:cNvPr>
          <p:cNvSpPr/>
          <p:nvPr/>
        </p:nvSpPr>
        <p:spPr>
          <a:xfrm>
            <a:off x="5572125" y="2000250"/>
            <a:ext cx="190500" cy="1905000"/>
          </a:xfrm>
          <a:custGeom>
            <a:avLst/>
            <a:gdLst>
              <a:gd name="csX0" fmla="*/ 0 w 190500"/>
              <a:gd name="csY0" fmla="*/ 0 h 1905000"/>
              <a:gd name="csX1" fmla="*/ 95250 w 190500"/>
              <a:gd name="csY1" fmla="*/ 95250 h 1905000"/>
              <a:gd name="csX2" fmla="*/ 95250 w 190500"/>
              <a:gd name="csY2" fmla="*/ 857250 h 1905000"/>
              <a:gd name="csX3" fmla="*/ 190500 w 190500"/>
              <a:gd name="csY3" fmla="*/ 952500 h 1905000"/>
              <a:gd name="csX4" fmla="*/ 95250 w 190500"/>
              <a:gd name="csY4" fmla="*/ 1047750 h 1905000"/>
              <a:gd name="csX5" fmla="*/ 95250 w 190500"/>
              <a:gd name="csY5" fmla="*/ 1809750 h 1905000"/>
              <a:gd name="csX6" fmla="*/ 0 w 190500"/>
              <a:gd name="csY6" fmla="*/ 1905000 h 1905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0500" h="1905000">
                <a:moveTo>
                  <a:pt x="0" y="0"/>
                </a:moveTo>
                <a:cubicBezTo>
                  <a:pt x="63500" y="0"/>
                  <a:pt x="95250" y="31750"/>
                  <a:pt x="95250" y="95250"/>
                </a:cubicBezTo>
                <a:lnTo>
                  <a:pt x="95250" y="857250"/>
                </a:lnTo>
                <a:cubicBezTo>
                  <a:pt x="95250" y="920750"/>
                  <a:pt x="127000" y="952500"/>
                  <a:pt x="190500" y="952500"/>
                </a:cubicBezTo>
                <a:cubicBezTo>
                  <a:pt x="127000" y="952500"/>
                  <a:pt x="95250" y="984250"/>
                  <a:pt x="95250" y="1047750"/>
                </a:cubicBezTo>
                <a:lnTo>
                  <a:pt x="95250" y="1809750"/>
                </a:lnTo>
                <a:cubicBezTo>
                  <a:pt x="95250" y="1873250"/>
                  <a:pt x="63500" y="1905000"/>
                  <a:pt x="0" y="1905000"/>
                </a:cubicBezTo>
              </a:path>
            </a:pathLst>
          </a:custGeom>
          <a:noFill/>
          <a:ln w="14288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FA12F-2970-B45B-7C01-32DDCB442764}"/>
              </a:ext>
            </a:extLst>
          </p:cNvPr>
          <p:cNvSpPr txBox="1"/>
          <p:nvPr/>
        </p:nvSpPr>
        <p:spPr>
          <a:xfrm>
            <a:off x="5766435" y="2799445"/>
            <a:ext cx="9358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350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Generous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6014395-E88C-672D-7BF7-4D2652FF0810}"/>
              </a:ext>
            </a:extLst>
          </p:cNvPr>
          <p:cNvSpPr/>
          <p:nvPr/>
        </p:nvSpPr>
        <p:spPr>
          <a:xfrm>
            <a:off x="5476875" y="3905250"/>
            <a:ext cx="1190625" cy="9525"/>
          </a:xfrm>
          <a:custGeom>
            <a:avLst/>
            <a:gdLst>
              <a:gd name="csX0" fmla="*/ 0 w 1190625"/>
              <a:gd name="csY0" fmla="*/ 0 h 9525"/>
              <a:gd name="csX1" fmla="*/ 1190625 w 11906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90625" h="9525">
                <a:moveTo>
                  <a:pt x="0" y="0"/>
                </a:moveTo>
                <a:lnTo>
                  <a:pt x="1190625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99AF5-5239-87C2-2487-B1F69A1085C8}"/>
              </a:ext>
            </a:extLst>
          </p:cNvPr>
          <p:cNvSpPr txBox="1"/>
          <p:nvPr/>
        </p:nvSpPr>
        <p:spPr>
          <a:xfrm>
            <a:off x="6671310" y="3751945"/>
            <a:ext cx="1117064" cy="282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Should Stop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A023E57-3407-B002-67BB-76061EED626C}"/>
              </a:ext>
            </a:extLst>
          </p:cNvPr>
          <p:cNvSpPr/>
          <p:nvPr/>
        </p:nvSpPr>
        <p:spPr>
          <a:xfrm>
            <a:off x="5572125" y="3905250"/>
            <a:ext cx="190500" cy="762000"/>
          </a:xfrm>
          <a:custGeom>
            <a:avLst/>
            <a:gdLst>
              <a:gd name="csX0" fmla="*/ 0 w 190500"/>
              <a:gd name="csY0" fmla="*/ 0 h 762000"/>
              <a:gd name="csX1" fmla="*/ 95250 w 190500"/>
              <a:gd name="csY1" fmla="*/ 95250 h 762000"/>
              <a:gd name="csX2" fmla="*/ 95250 w 190500"/>
              <a:gd name="csY2" fmla="*/ 285750 h 762000"/>
              <a:gd name="csX3" fmla="*/ 190500 w 190500"/>
              <a:gd name="csY3" fmla="*/ 381000 h 762000"/>
              <a:gd name="csX4" fmla="*/ 95250 w 190500"/>
              <a:gd name="csY4" fmla="*/ 476250 h 762000"/>
              <a:gd name="csX5" fmla="*/ 95250 w 190500"/>
              <a:gd name="csY5" fmla="*/ 666750 h 762000"/>
              <a:gd name="csX6" fmla="*/ 0 w 190500"/>
              <a:gd name="csY6" fmla="*/ 762000 h 76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0500" h="762000">
                <a:moveTo>
                  <a:pt x="0" y="0"/>
                </a:moveTo>
                <a:cubicBezTo>
                  <a:pt x="63500" y="0"/>
                  <a:pt x="95250" y="31750"/>
                  <a:pt x="95250" y="95250"/>
                </a:cubicBezTo>
                <a:lnTo>
                  <a:pt x="95250" y="285750"/>
                </a:lnTo>
                <a:cubicBezTo>
                  <a:pt x="95250" y="349250"/>
                  <a:pt x="127000" y="381000"/>
                  <a:pt x="190500" y="381000"/>
                </a:cubicBezTo>
                <a:cubicBezTo>
                  <a:pt x="127000" y="381000"/>
                  <a:pt x="95250" y="412750"/>
                  <a:pt x="95250" y="476250"/>
                </a:cubicBezTo>
                <a:lnTo>
                  <a:pt x="95250" y="666750"/>
                </a:lnTo>
                <a:cubicBezTo>
                  <a:pt x="95250" y="730250"/>
                  <a:pt x="63500" y="762000"/>
                  <a:pt x="0" y="762000"/>
                </a:cubicBezTo>
              </a:path>
            </a:pathLst>
          </a:custGeom>
          <a:noFill/>
          <a:ln w="14288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4839D4-6B17-B28D-C2FB-2D659FF6575D}"/>
              </a:ext>
            </a:extLst>
          </p:cNvPr>
          <p:cNvSpPr txBox="1"/>
          <p:nvPr/>
        </p:nvSpPr>
        <p:spPr>
          <a:xfrm>
            <a:off x="5766435" y="4132945"/>
            <a:ext cx="1288263" cy="282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Give too much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EA1BFF6-422F-55BF-8FC2-8605F9F7599E}"/>
              </a:ext>
            </a:extLst>
          </p:cNvPr>
          <p:cNvSpPr/>
          <p:nvPr/>
        </p:nvSpPr>
        <p:spPr>
          <a:xfrm>
            <a:off x="5476875" y="4667250"/>
            <a:ext cx="1190625" cy="9525"/>
          </a:xfrm>
          <a:custGeom>
            <a:avLst/>
            <a:gdLst>
              <a:gd name="csX0" fmla="*/ 0 w 1190625"/>
              <a:gd name="csY0" fmla="*/ 0 h 9525"/>
              <a:gd name="csX1" fmla="*/ 1190625 w 11906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90625" h="9525">
                <a:moveTo>
                  <a:pt x="0" y="0"/>
                </a:moveTo>
                <a:lnTo>
                  <a:pt x="1190625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071A3-98E3-59DD-55B5-D25927E9FA85}"/>
              </a:ext>
            </a:extLst>
          </p:cNvPr>
          <p:cNvSpPr txBox="1"/>
          <p:nvPr/>
        </p:nvSpPr>
        <p:spPr>
          <a:xfrm>
            <a:off x="6671310" y="4513945"/>
            <a:ext cx="1145444" cy="282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Have to stop</a:t>
            </a:r>
          </a:p>
        </p:txBody>
      </p:sp>
    </p:spTree>
    <p:extLst>
      <p:ext uri="{BB962C8B-B14F-4D97-AF65-F5344CB8AC3E}">
        <p14:creationId xmlns:p14="http://schemas.microsoft.com/office/powerpoint/2010/main" val="319042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Llewellyn Falco</dc:creator>
  <cp:lastModifiedBy>Llewellyn Falco</cp:lastModifiedBy>
  <cp:revision>3</cp:revision>
  <dcterms:created xsi:type="dcterms:W3CDTF">2026-01-07T17:18:03Z</dcterms:created>
  <dcterms:modified xsi:type="dcterms:W3CDTF">2026-01-15T19:38:47Z</dcterms:modified>
</cp:coreProperties>
</file>