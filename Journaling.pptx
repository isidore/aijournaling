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/>
    <p:restoredTop sz="94543"/>
  </p:normalViewPr>
  <p:slideViewPr>
    <p:cSldViewPr snapToGrid="0">
      <p:cViewPr varScale="1">
        <p:scale>
          <a:sx n="120" d="100"/>
          <a:sy n="120" d="100"/>
        </p:scale>
        <p:origin x="20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DD46-FF14-0162-E3CD-C85BB69B9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A03002-209B-17FA-C96A-FCBF4BA95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D196D-89D8-BD05-72A1-B8F6AAF6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B1072-EC24-9EB1-9A1D-1133BCBC8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4E731-5BDA-51C0-0C08-3FEDAEAD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409C4-7FB2-A408-45BC-0A55CEE75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BD88-E4EC-CD72-9A78-3A5993723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B9C53-46F0-1437-DA01-7F880BC71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E829F-14AF-DEEF-C66B-91B9CC11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E4F27-F394-DFA9-565E-5C631548B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85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CFFE-C0D9-A687-458E-001C7045F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9C5AF-9884-FCA2-5563-2DD43B9C73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9DA71-9FB4-2818-4197-B386159E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B1B01-2B79-1F55-CE79-DEE0838D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2C29-E89C-E73A-CEDC-4399AA77C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005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1E45-FDFC-2575-4AE9-0F108FA6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6AAB5-E33C-327D-4E59-B74CF38C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2005F-6C86-E6CE-F102-8B3E4DF8E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F5A335-0777-B92F-7DBA-4D0CF814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12F3F-C5A9-48F1-51CA-69727D073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79D0D-9462-7F40-4963-B05888F3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48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86B4-90BA-8196-6CEA-AA07C177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7D875-C4A1-5ECC-6917-BB42B7546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EEC10-6C37-2AC7-2A79-285F68C00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6B7B1-0297-3CE1-30D0-10FB9206B2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730440-C258-6566-D8B9-C3AFFC4B9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07BA3E-6B5B-4192-F2A3-F42A99166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67A2C5-1123-331C-BF33-1A434D4B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63B25-F94F-4797-729A-1322F3E8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5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EFA31-4A86-EE28-C118-39DAAC0E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6D023-11C4-B32E-799F-E36C09BA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34E1E-BE27-66B1-7195-C7CD980C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795FE-3E7E-862F-9399-24B2318D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6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B9005-2353-6CEB-D7E0-78309360C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102E6F-94E4-9021-17F7-CAFC27A8E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E8AE0-775F-88B3-48F8-E2549030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97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35642-B8B4-C2DD-43BA-79F61847B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25252-299A-D90B-4075-036607C3E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623E0-190B-299C-7B6A-8E01C0978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57ABD0-69A0-B3D8-658A-59DDD613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2E3BF-E56C-03B3-3F08-BB8932C6D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B896F-F88B-BC1B-791C-2086B4711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245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FA022-1028-50A3-E33B-48CC2B896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1E900-5BF0-4563-3CD2-96D4FB0676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1E29D-67A2-558E-3AB4-FB03EC2E7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75667-69F7-018E-EB6B-6702065E6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BB91B-9AA4-7FC6-EF3B-ED7B21D17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ED21A-1E74-4134-B597-44824ADB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A8CF-9C4E-2394-A125-7DD560DE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FCF71-22FA-D46A-5332-03EF90DE19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4BBB6-AC15-A5F6-0126-FC8F7854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A50F9-2609-0B31-E54B-1DF731AE3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10E25-A183-3313-9DEA-2AC03896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59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014A8-7CC3-FAAA-451C-299A8111F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84737-A015-179C-0639-78C0D317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F764F-6852-724E-4C41-7B7C9EF0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3E151-0BA9-21D2-287C-44CEAC57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E7808-0F2F-3F15-D9CA-CC0A01787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05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5B5E8-348C-D733-36F6-6513C17D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AC2AF-B731-6E02-19F8-0EE3169B8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AD7B2-141B-BA46-7F0D-7DAB47D80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66BC7-121A-774B-9234-730725E9FF88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76E2B-7B92-BCDE-7F0A-E54D9A3B8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D86BA-3C32-37CC-0C35-FA42C7FBE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72774-996D-3348-9DB7-A83CF788C4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9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F7494A-71FE-10EE-33DD-E2C5666A3D79}"/>
              </a:ext>
            </a:extLst>
          </p:cNvPr>
          <p:cNvSpPr/>
          <p:nvPr/>
        </p:nvSpPr>
        <p:spPr>
          <a:xfrm>
            <a:off x="729916" y="962526"/>
            <a:ext cx="4154905" cy="25827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7C0F1-2630-B93F-BCDC-F96066A1F64B}"/>
              </a:ext>
            </a:extLst>
          </p:cNvPr>
          <p:cNvSpPr/>
          <p:nvPr/>
        </p:nvSpPr>
        <p:spPr>
          <a:xfrm>
            <a:off x="1058779" y="1716505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Vomit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E8DE08-523D-6029-0226-CA7DFB2D8521}"/>
              </a:ext>
            </a:extLst>
          </p:cNvPr>
          <p:cNvSpPr/>
          <p:nvPr/>
        </p:nvSpPr>
        <p:spPr>
          <a:xfrm>
            <a:off x="1892969" y="1724525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1</a:t>
            </a:r>
            <a:r>
              <a:rPr lang="en-US" sz="1050" baseline="30000" dirty="0">
                <a:solidFill>
                  <a:schemeClr val="tx1"/>
                </a:solidFill>
              </a:rPr>
              <a:t>st</a:t>
            </a:r>
            <a:r>
              <a:rPr lang="en-US" sz="1050" dirty="0">
                <a:solidFill>
                  <a:schemeClr val="tx1"/>
                </a:solidFill>
              </a:rPr>
              <a:t> Pass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8C1BFA-A4D5-7597-BF63-A0BE2CF9A146}"/>
              </a:ext>
            </a:extLst>
          </p:cNvPr>
          <p:cNvSpPr/>
          <p:nvPr/>
        </p:nvSpPr>
        <p:spPr>
          <a:xfrm>
            <a:off x="2707105" y="1724525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Refined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ABEFB8-7CCE-AB4D-5D7C-AC78E7899A0C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588169" y="1981200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8A1C4E-A070-CEC4-0C8B-842AD585356A}"/>
              </a:ext>
            </a:extLst>
          </p:cNvPr>
          <p:cNvSpPr txBox="1"/>
          <p:nvPr/>
        </p:nvSpPr>
        <p:spPr>
          <a:xfrm>
            <a:off x="1025056" y="2253915"/>
            <a:ext cx="1362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VoiceToText.Cleanup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926682-D40B-6C57-5A0D-1F440F06AE03}"/>
              </a:ext>
            </a:extLst>
          </p:cNvPr>
          <p:cNvSpPr/>
          <p:nvPr/>
        </p:nvSpPr>
        <p:spPr>
          <a:xfrm>
            <a:off x="1211179" y="2775285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people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54CC15-D5B7-AE31-C3C3-8F933CFE96BE}"/>
              </a:ext>
            </a:extLst>
          </p:cNvPr>
          <p:cNvCxnSpPr/>
          <p:nvPr/>
        </p:nvCxnSpPr>
        <p:spPr>
          <a:xfrm>
            <a:off x="2402305" y="1989220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4F8241-E9B1-A6DE-F62B-0E8DC9C3CC28}"/>
              </a:ext>
            </a:extLst>
          </p:cNvPr>
          <p:cNvSpPr txBox="1"/>
          <p:nvPr/>
        </p:nvSpPr>
        <p:spPr>
          <a:xfrm>
            <a:off x="1997501" y="1449376"/>
            <a:ext cx="11144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RefineAndClarify</a:t>
            </a:r>
            <a:endParaRPr 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86FD3F-0F28-251E-EA82-4933AEAA649D}"/>
              </a:ext>
            </a:extLst>
          </p:cNvPr>
          <p:cNvSpPr txBox="1"/>
          <p:nvPr/>
        </p:nvSpPr>
        <p:spPr>
          <a:xfrm>
            <a:off x="2554705" y="699045"/>
            <a:ext cx="5854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Journal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AD21AB-F658-71F7-450D-88159E6C9F60}"/>
              </a:ext>
            </a:extLst>
          </p:cNvPr>
          <p:cNvCxnSpPr/>
          <p:nvPr/>
        </p:nvCxnSpPr>
        <p:spPr>
          <a:xfrm>
            <a:off x="4884821" y="1564466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B5877CB-652A-495E-DCAB-D4935830BB16}"/>
              </a:ext>
            </a:extLst>
          </p:cNvPr>
          <p:cNvSpPr/>
          <p:nvPr/>
        </p:nvSpPr>
        <p:spPr>
          <a:xfrm>
            <a:off x="5189621" y="1299771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Daily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Status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2CE931-1CA2-508F-7495-0561B02AED1F}"/>
              </a:ext>
            </a:extLst>
          </p:cNvPr>
          <p:cNvCxnSpPr/>
          <p:nvPr/>
        </p:nvCxnSpPr>
        <p:spPr>
          <a:xfrm>
            <a:off x="4864767" y="2358551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D3BB1F5-DBD6-2BDD-0D30-64FE546B35D8}"/>
              </a:ext>
            </a:extLst>
          </p:cNvPr>
          <p:cNvSpPr/>
          <p:nvPr/>
        </p:nvSpPr>
        <p:spPr>
          <a:xfrm>
            <a:off x="5169567" y="2093856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Analysis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A47AF3-056F-2C69-0B73-BF688B76B20F}"/>
              </a:ext>
            </a:extLst>
          </p:cNvPr>
          <p:cNvCxnSpPr/>
          <p:nvPr/>
        </p:nvCxnSpPr>
        <p:spPr>
          <a:xfrm>
            <a:off x="4884821" y="3164305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35BEBD9-7CFE-E769-F069-95B8B6F3FA19}"/>
              </a:ext>
            </a:extLst>
          </p:cNvPr>
          <p:cNvSpPr/>
          <p:nvPr/>
        </p:nvSpPr>
        <p:spPr>
          <a:xfrm>
            <a:off x="5189621" y="2899610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Todo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07D4EA9-CFCF-0389-557B-A4EF6D653063}"/>
              </a:ext>
            </a:extLst>
          </p:cNvPr>
          <p:cNvCxnSpPr/>
          <p:nvPr/>
        </p:nvCxnSpPr>
        <p:spPr>
          <a:xfrm>
            <a:off x="4864767" y="3938337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30564B8-8C3A-8D44-28E6-6575BE56B7A0}"/>
              </a:ext>
            </a:extLst>
          </p:cNvPr>
          <p:cNvSpPr/>
          <p:nvPr/>
        </p:nvSpPr>
        <p:spPr>
          <a:xfrm>
            <a:off x="5169567" y="3673642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err="1">
                <a:solidFill>
                  <a:schemeClr val="tx1"/>
                </a:solidFill>
              </a:rPr>
              <a:t>Expericements</a:t>
            </a:r>
            <a:endParaRPr lang="en-US" sz="700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734ED1-BB27-A584-8D9D-1E271CE4E915}"/>
              </a:ext>
            </a:extLst>
          </p:cNvPr>
          <p:cNvCxnSpPr/>
          <p:nvPr/>
        </p:nvCxnSpPr>
        <p:spPr>
          <a:xfrm>
            <a:off x="4864767" y="4676635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5832A93-6DD8-FEFF-BC7B-A7C738D25DEC}"/>
              </a:ext>
            </a:extLst>
          </p:cNvPr>
          <p:cNvSpPr/>
          <p:nvPr/>
        </p:nvSpPr>
        <p:spPr>
          <a:xfrm>
            <a:off x="5169567" y="4411940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Week Points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D25E2F-A4BB-BB95-0041-E400D9B4E172}"/>
              </a:ext>
            </a:extLst>
          </p:cNvPr>
          <p:cNvCxnSpPr/>
          <p:nvPr/>
        </p:nvCxnSpPr>
        <p:spPr>
          <a:xfrm>
            <a:off x="4864767" y="5406913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9F1ED24-CC23-E74E-C8FB-D6E42DF42021}"/>
              </a:ext>
            </a:extLst>
          </p:cNvPr>
          <p:cNvSpPr/>
          <p:nvPr/>
        </p:nvSpPr>
        <p:spPr>
          <a:xfrm>
            <a:off x="5169567" y="5142218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Strong Points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993C1DF-3A12-2F59-B202-58D3F919BC12}"/>
              </a:ext>
            </a:extLst>
          </p:cNvPr>
          <p:cNvCxnSpPr/>
          <p:nvPr/>
        </p:nvCxnSpPr>
        <p:spPr>
          <a:xfrm>
            <a:off x="4864767" y="6160169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0C264BD2-CF19-A4E5-92BC-6485DF61CE96}"/>
              </a:ext>
            </a:extLst>
          </p:cNvPr>
          <p:cNvSpPr/>
          <p:nvPr/>
        </p:nvSpPr>
        <p:spPr>
          <a:xfrm>
            <a:off x="5169567" y="5895474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Blog Post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6425347-BDB8-3DEF-6FCB-5DED685CCE5D}"/>
              </a:ext>
            </a:extLst>
          </p:cNvPr>
          <p:cNvCxnSpPr/>
          <p:nvPr/>
        </p:nvCxnSpPr>
        <p:spPr>
          <a:xfrm>
            <a:off x="6962274" y="3878179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E8D10F5-46F5-26AD-1D7D-AD6BCB0C9E3E}"/>
              </a:ext>
            </a:extLst>
          </p:cNvPr>
          <p:cNvSpPr/>
          <p:nvPr/>
        </p:nvSpPr>
        <p:spPr>
          <a:xfrm>
            <a:off x="7267074" y="3613484"/>
            <a:ext cx="529390" cy="52939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 err="1">
                <a:solidFill>
                  <a:schemeClr val="tx1"/>
                </a:solidFill>
              </a:rPr>
              <a:t>Priorize</a:t>
            </a:r>
            <a:endParaRPr lang="en-US" sz="700" dirty="0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4C9499EA-05A6-4BB3-5DCF-7BC0C9D96181}"/>
              </a:ext>
            </a:extLst>
          </p:cNvPr>
          <p:cNvSpPr/>
          <p:nvPr/>
        </p:nvSpPr>
        <p:spPr>
          <a:xfrm>
            <a:off x="6549448" y="1323652"/>
            <a:ext cx="393031" cy="512509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C28C76-665B-2A83-92CC-736B04CA7CDE}"/>
              </a:ext>
            </a:extLst>
          </p:cNvPr>
          <p:cNvSpPr/>
          <p:nvPr/>
        </p:nvSpPr>
        <p:spPr>
          <a:xfrm>
            <a:off x="1034715" y="1060785"/>
            <a:ext cx="605589" cy="60558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Interview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CB3649-BBF5-814F-74D8-61BF73C3B068}"/>
              </a:ext>
            </a:extLst>
          </p:cNvPr>
          <p:cNvCxnSpPr/>
          <p:nvPr/>
        </p:nvCxnSpPr>
        <p:spPr>
          <a:xfrm>
            <a:off x="729916" y="1325481"/>
            <a:ext cx="304800" cy="80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B572BE78-BEF3-1620-B2C2-0CF229A21328}"/>
              </a:ext>
            </a:extLst>
          </p:cNvPr>
          <p:cNvSpPr/>
          <p:nvPr/>
        </p:nvSpPr>
        <p:spPr>
          <a:xfrm>
            <a:off x="453190" y="4381860"/>
            <a:ext cx="605589" cy="60558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Super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whisper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1A4F90-C1DD-EBA0-BE24-2B7CEB60602E}"/>
              </a:ext>
            </a:extLst>
          </p:cNvPr>
          <p:cNvSpPr/>
          <p:nvPr/>
        </p:nvSpPr>
        <p:spPr>
          <a:xfrm>
            <a:off x="453190" y="5229724"/>
            <a:ext cx="605589" cy="60558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Say -f</a:t>
            </a:r>
          </a:p>
        </p:txBody>
      </p:sp>
    </p:spTree>
    <p:extLst>
      <p:ext uri="{BB962C8B-B14F-4D97-AF65-F5344CB8AC3E}">
        <p14:creationId xmlns:p14="http://schemas.microsoft.com/office/powerpoint/2010/main" val="53276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33570A-5276-3444-8703-5393AE77734B}"/>
              </a:ext>
            </a:extLst>
          </p:cNvPr>
          <p:cNvSpPr txBox="1"/>
          <p:nvPr/>
        </p:nvSpPr>
        <p:spPr>
          <a:xfrm>
            <a:off x="6843860" y="461913"/>
            <a:ext cx="1018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47AAF2-D31A-1ECD-6C19-BD515CFF9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326" y="1421366"/>
            <a:ext cx="762000" cy="825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172DE8-627E-3025-D379-C5A494089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826" y="2654300"/>
            <a:ext cx="825500" cy="774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82BFDF-DD58-A4B7-D2F4-62846BD36B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26" y="3836434"/>
            <a:ext cx="1219200" cy="673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B95E4B-A7EC-A039-ABA2-9631285D0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8" y="1421366"/>
            <a:ext cx="673100" cy="927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D0B9AB-9484-8EA2-9218-3ED9E9D1ED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478" y="2670249"/>
            <a:ext cx="1054100" cy="7747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A12DC0-8D34-3854-6B28-283AE727F6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87430" y="2837416"/>
            <a:ext cx="1244600" cy="736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1191FD-4CF7-36B4-19EC-767784E30B0B}"/>
              </a:ext>
            </a:extLst>
          </p:cNvPr>
          <p:cNvSpPr txBox="1"/>
          <p:nvPr/>
        </p:nvSpPr>
        <p:spPr>
          <a:xfrm>
            <a:off x="8431619" y="2670249"/>
            <a:ext cx="763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Vomit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C7CB29-A918-86F7-A8A3-7A0753F20784}"/>
              </a:ext>
            </a:extLst>
          </p:cNvPr>
          <p:cNvSpPr txBox="1"/>
          <p:nvPr/>
        </p:nvSpPr>
        <p:spPr>
          <a:xfrm>
            <a:off x="5511209" y="3836434"/>
            <a:ext cx="109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Interview</a:t>
            </a:r>
          </a:p>
        </p:txBody>
      </p:sp>
    </p:spTree>
    <p:extLst>
      <p:ext uri="{BB962C8B-B14F-4D97-AF65-F5344CB8AC3E}">
        <p14:creationId xmlns:p14="http://schemas.microsoft.com/office/powerpoint/2010/main" val="2545350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31</Words>
  <Application>Microsoft Macintosh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Llewellyn Falco</dc:creator>
  <cp:lastModifiedBy>Llewellyn Falco</cp:lastModifiedBy>
  <cp:revision>2</cp:revision>
  <dcterms:created xsi:type="dcterms:W3CDTF">2026-01-14T02:57:35Z</dcterms:created>
  <dcterms:modified xsi:type="dcterms:W3CDTF">2026-01-14T22:10:15Z</dcterms:modified>
</cp:coreProperties>
</file>